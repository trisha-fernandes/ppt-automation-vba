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3864"/>
    <a:srgbClr val="C2D1E8"/>
    <a:srgbClr val="F2F5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1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2739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Sales Report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5204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F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— Graphs in slides 2–4 are auto-populated by the VBA macro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Trend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1064240" cy="0"/>
          </a:xfrm>
          <a:prstGeom prst="line">
            <a:avLst/>
          </a:prstGeom>
          <a:noFill/>
          <a:ln w="1905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PlaceholderSales"/>
          <p:cNvSpPr/>
          <p:nvPr/>
        </p:nvSpPr>
        <p:spPr>
          <a:xfrm>
            <a:off x="914400" y="1463040"/>
            <a:ext cx="7197969" cy="4937760"/>
          </a:xfrm>
          <a:prstGeom prst="rect">
            <a:avLst/>
          </a:prstGeom>
          <a:solidFill>
            <a:srgbClr val="F2F5FA"/>
          </a:solidFill>
          <a:ln w="12700">
            <a:solidFill>
              <a:srgbClr val="C2D1E8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4667BF-F8B9-D443-C4D9-5774F59820FE}"/>
              </a:ext>
            </a:extLst>
          </p:cNvPr>
          <p:cNvSpPr/>
          <p:nvPr/>
        </p:nvSpPr>
        <p:spPr>
          <a:xfrm>
            <a:off x="8323385" y="1463040"/>
            <a:ext cx="2899507" cy="4937760"/>
          </a:xfrm>
          <a:prstGeom prst="rect">
            <a:avLst/>
          </a:prstGeom>
          <a:solidFill>
            <a:srgbClr val="1F38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1DD630-C001-6C16-0D1C-B68FC7EB3289}"/>
              </a:ext>
            </a:extLst>
          </p:cNvPr>
          <p:cNvSpPr txBox="1">
            <a:spLocks/>
          </p:cNvSpPr>
          <p:nvPr/>
        </p:nvSpPr>
        <p:spPr>
          <a:xfrm>
            <a:off x="8408228" y="1463040"/>
            <a:ext cx="2740855" cy="39703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Lorem ipsum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Ut </a:t>
            </a:r>
            <a:r>
              <a:rPr lang="en-IN" dirty="0" err="1">
                <a:solidFill>
                  <a:schemeClr val="bg1"/>
                </a:solidFill>
              </a:rPr>
              <a:t>enim</a:t>
            </a:r>
            <a:r>
              <a:rPr lang="en-IN" dirty="0">
                <a:solidFill>
                  <a:schemeClr val="bg1"/>
                </a:solidFill>
              </a:rPr>
              <a:t> ad minim </a:t>
            </a:r>
            <a:r>
              <a:rPr lang="en-IN" dirty="0" err="1">
                <a:solidFill>
                  <a:schemeClr val="bg1"/>
                </a:solidFill>
              </a:rPr>
              <a:t>veniam</a:t>
            </a:r>
            <a:r>
              <a:rPr lang="en-IN" dirty="0">
                <a:solidFill>
                  <a:schemeClr val="bg1"/>
                </a:solidFill>
              </a:rPr>
              <a:t>, quis </a:t>
            </a:r>
            <a:r>
              <a:rPr lang="en-IN" dirty="0" err="1">
                <a:solidFill>
                  <a:schemeClr val="bg1"/>
                </a:solidFill>
              </a:rPr>
              <a:t>nostrud</a:t>
            </a:r>
            <a:r>
              <a:rPr lang="en-IN" dirty="0">
                <a:solidFill>
                  <a:schemeClr val="bg1"/>
                </a:solidFill>
              </a:rPr>
              <a:t> exercitation </a:t>
            </a:r>
            <a:r>
              <a:rPr lang="en-IN" dirty="0" err="1">
                <a:solidFill>
                  <a:schemeClr val="bg1"/>
                </a:solidFill>
              </a:rPr>
              <a:t>ullamco</a:t>
            </a:r>
            <a:endParaRPr lang="en-IN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laboris nisi ut aliquip ex ea commodo consequat.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Duis </a:t>
            </a:r>
            <a:r>
              <a:rPr lang="en-IN" dirty="0" err="1">
                <a:solidFill>
                  <a:schemeClr val="bg1"/>
                </a:solidFill>
              </a:rPr>
              <a:t>aute</a:t>
            </a:r>
            <a:r>
              <a:rPr lang="en-IN" dirty="0">
                <a:solidFill>
                  <a:schemeClr val="bg1"/>
                </a:solidFill>
              </a:rPr>
              <a:t> </a:t>
            </a:r>
            <a:r>
              <a:rPr lang="en-IN" dirty="0" err="1">
                <a:solidFill>
                  <a:schemeClr val="bg1"/>
                </a:solidFill>
              </a:rPr>
              <a:t>irure</a:t>
            </a:r>
            <a:r>
              <a:rPr lang="en-IN" dirty="0">
                <a:solidFill>
                  <a:schemeClr val="bg1"/>
                </a:solidFill>
              </a:rPr>
              <a:t> </a:t>
            </a:r>
            <a:r>
              <a:rPr lang="en-IN" dirty="0" err="1">
                <a:solidFill>
                  <a:schemeClr val="bg1"/>
                </a:solidFill>
              </a:rPr>
              <a:t>dolor</a:t>
            </a:r>
            <a:r>
              <a:rPr lang="en-IN" dirty="0">
                <a:solidFill>
                  <a:schemeClr val="bg1"/>
                </a:solidFill>
              </a:rPr>
              <a:t> in </a:t>
            </a:r>
            <a:r>
              <a:rPr lang="en-IN" dirty="0" err="1">
                <a:solidFill>
                  <a:schemeClr val="bg1"/>
                </a:solidFill>
              </a:rPr>
              <a:t>reprehenderit</a:t>
            </a:r>
            <a:r>
              <a:rPr lang="en-IN" dirty="0">
                <a:solidFill>
                  <a:schemeClr val="bg1"/>
                </a:solidFill>
              </a:rPr>
              <a:t> in </a:t>
            </a:r>
            <a:r>
              <a:rPr lang="en-IN" dirty="0" err="1">
                <a:solidFill>
                  <a:schemeClr val="bg1"/>
                </a:solidFill>
              </a:rPr>
              <a:t>voluptate</a:t>
            </a:r>
            <a:r>
              <a:rPr lang="en-IN" dirty="0">
                <a:solidFill>
                  <a:schemeClr val="bg1"/>
                </a:solidFill>
              </a:rPr>
              <a:t> </a:t>
            </a:r>
            <a:r>
              <a:rPr lang="en-IN" dirty="0" err="1">
                <a:solidFill>
                  <a:schemeClr val="bg1"/>
                </a:solidFill>
              </a:rPr>
              <a:t>velit</a:t>
            </a:r>
            <a:r>
              <a:rPr lang="en-IN" dirty="0">
                <a:solidFill>
                  <a:schemeClr val="bg1"/>
                </a:solidFill>
              </a:rPr>
              <a:t> esse </a:t>
            </a:r>
            <a:r>
              <a:rPr lang="en-IN" dirty="0" err="1">
                <a:solidFill>
                  <a:schemeClr val="bg1"/>
                </a:solidFill>
              </a:rPr>
              <a:t>cillum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by Region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1064240" cy="0"/>
          </a:xfrm>
          <a:prstGeom prst="line">
            <a:avLst/>
          </a:prstGeom>
          <a:noFill/>
          <a:ln w="1905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PlaceholderRegion"/>
          <p:cNvSpPr/>
          <p:nvPr/>
        </p:nvSpPr>
        <p:spPr>
          <a:xfrm>
            <a:off x="4118709" y="1463040"/>
            <a:ext cx="7196400" cy="4937760"/>
          </a:xfrm>
          <a:prstGeom prst="rect">
            <a:avLst/>
          </a:prstGeom>
          <a:solidFill>
            <a:srgbClr val="F2F5FA"/>
          </a:solidFill>
          <a:ln w="12700">
            <a:solidFill>
              <a:srgbClr val="C2D1E8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EAF50D-FD2F-BE9B-1628-C2CD29A10B3D}"/>
              </a:ext>
            </a:extLst>
          </p:cNvPr>
          <p:cNvSpPr/>
          <p:nvPr/>
        </p:nvSpPr>
        <p:spPr>
          <a:xfrm>
            <a:off x="876891" y="1463040"/>
            <a:ext cx="2899507" cy="4937760"/>
          </a:xfrm>
          <a:prstGeom prst="rect">
            <a:avLst/>
          </a:prstGeom>
          <a:solidFill>
            <a:srgbClr val="1F38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4B5BE7-58F0-048C-FC84-BE9A45CA2CF7}"/>
              </a:ext>
            </a:extLst>
          </p:cNvPr>
          <p:cNvSpPr txBox="1">
            <a:spLocks/>
          </p:cNvSpPr>
          <p:nvPr/>
        </p:nvSpPr>
        <p:spPr>
          <a:xfrm>
            <a:off x="961734" y="1463040"/>
            <a:ext cx="2740855" cy="39703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Lorem ipsum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Ut </a:t>
            </a:r>
            <a:r>
              <a:rPr lang="en-IN" dirty="0" err="1">
                <a:solidFill>
                  <a:schemeClr val="bg1"/>
                </a:solidFill>
              </a:rPr>
              <a:t>enim</a:t>
            </a:r>
            <a:r>
              <a:rPr lang="en-IN" dirty="0">
                <a:solidFill>
                  <a:schemeClr val="bg1"/>
                </a:solidFill>
              </a:rPr>
              <a:t> ad minim </a:t>
            </a:r>
            <a:r>
              <a:rPr lang="en-IN" dirty="0" err="1">
                <a:solidFill>
                  <a:schemeClr val="bg1"/>
                </a:solidFill>
              </a:rPr>
              <a:t>veniam</a:t>
            </a:r>
            <a:r>
              <a:rPr lang="en-IN" dirty="0">
                <a:solidFill>
                  <a:schemeClr val="bg1"/>
                </a:solidFill>
              </a:rPr>
              <a:t>, quis </a:t>
            </a:r>
            <a:r>
              <a:rPr lang="en-IN" dirty="0" err="1">
                <a:solidFill>
                  <a:schemeClr val="bg1"/>
                </a:solidFill>
              </a:rPr>
              <a:t>nostrud</a:t>
            </a:r>
            <a:r>
              <a:rPr lang="en-IN" dirty="0">
                <a:solidFill>
                  <a:schemeClr val="bg1"/>
                </a:solidFill>
              </a:rPr>
              <a:t> exercitation </a:t>
            </a:r>
            <a:r>
              <a:rPr lang="en-IN" dirty="0" err="1">
                <a:solidFill>
                  <a:schemeClr val="bg1"/>
                </a:solidFill>
              </a:rPr>
              <a:t>ullamco</a:t>
            </a:r>
            <a:endParaRPr lang="en-IN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laboris nisi ut aliquip ex ea commodo consequat.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Duis </a:t>
            </a:r>
            <a:r>
              <a:rPr lang="en-IN" dirty="0" err="1">
                <a:solidFill>
                  <a:schemeClr val="bg1"/>
                </a:solidFill>
              </a:rPr>
              <a:t>aute</a:t>
            </a:r>
            <a:r>
              <a:rPr lang="en-IN" dirty="0">
                <a:solidFill>
                  <a:schemeClr val="bg1"/>
                </a:solidFill>
              </a:rPr>
              <a:t> </a:t>
            </a:r>
            <a:r>
              <a:rPr lang="en-IN" dirty="0" err="1">
                <a:solidFill>
                  <a:schemeClr val="bg1"/>
                </a:solidFill>
              </a:rPr>
              <a:t>irure</a:t>
            </a:r>
            <a:r>
              <a:rPr lang="en-IN" dirty="0">
                <a:solidFill>
                  <a:schemeClr val="bg1"/>
                </a:solidFill>
              </a:rPr>
              <a:t> </a:t>
            </a:r>
            <a:r>
              <a:rPr lang="en-IN" dirty="0" err="1">
                <a:solidFill>
                  <a:schemeClr val="bg1"/>
                </a:solidFill>
              </a:rPr>
              <a:t>dolor</a:t>
            </a:r>
            <a:r>
              <a:rPr lang="en-IN" dirty="0">
                <a:solidFill>
                  <a:schemeClr val="bg1"/>
                </a:solidFill>
              </a:rPr>
              <a:t> in </a:t>
            </a:r>
            <a:r>
              <a:rPr lang="en-IN" dirty="0" err="1">
                <a:solidFill>
                  <a:schemeClr val="bg1"/>
                </a:solidFill>
              </a:rPr>
              <a:t>reprehenderit</a:t>
            </a:r>
            <a:r>
              <a:rPr lang="en-IN" dirty="0">
                <a:solidFill>
                  <a:schemeClr val="bg1"/>
                </a:solidFill>
              </a:rPr>
              <a:t> in </a:t>
            </a:r>
            <a:r>
              <a:rPr lang="en-IN" dirty="0" err="1">
                <a:solidFill>
                  <a:schemeClr val="bg1"/>
                </a:solidFill>
              </a:rPr>
              <a:t>voluptate</a:t>
            </a:r>
            <a:r>
              <a:rPr lang="en-IN" dirty="0">
                <a:solidFill>
                  <a:schemeClr val="bg1"/>
                </a:solidFill>
              </a:rPr>
              <a:t> </a:t>
            </a:r>
            <a:r>
              <a:rPr lang="en-IN" dirty="0" err="1">
                <a:solidFill>
                  <a:schemeClr val="bg1"/>
                </a:solidFill>
              </a:rPr>
              <a:t>velit</a:t>
            </a:r>
            <a:r>
              <a:rPr lang="en-IN" dirty="0">
                <a:solidFill>
                  <a:schemeClr val="bg1"/>
                </a:solidFill>
              </a:rPr>
              <a:t> esse </a:t>
            </a:r>
            <a:r>
              <a:rPr lang="en-IN" dirty="0" err="1">
                <a:solidFill>
                  <a:schemeClr val="bg1"/>
                </a:solidFill>
              </a:rPr>
              <a:t>cillum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by Product 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1064240" cy="0"/>
          </a:xfrm>
          <a:prstGeom prst="line">
            <a:avLst/>
          </a:prstGeom>
          <a:noFill/>
          <a:ln w="1905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PlaceholderProduct"/>
          <p:cNvSpPr/>
          <p:nvPr/>
        </p:nvSpPr>
        <p:spPr>
          <a:xfrm>
            <a:off x="914400" y="1463040"/>
            <a:ext cx="7196400" cy="4937760"/>
          </a:xfrm>
          <a:prstGeom prst="rect">
            <a:avLst/>
          </a:prstGeom>
          <a:solidFill>
            <a:srgbClr val="F2F5FA"/>
          </a:solidFill>
          <a:ln w="12700">
            <a:solidFill>
              <a:srgbClr val="C2D1E8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CB9BED-3085-CAC5-BC27-E92C63181CE6}"/>
              </a:ext>
            </a:extLst>
          </p:cNvPr>
          <p:cNvSpPr/>
          <p:nvPr/>
        </p:nvSpPr>
        <p:spPr>
          <a:xfrm>
            <a:off x="8323385" y="1463040"/>
            <a:ext cx="2899507" cy="4937760"/>
          </a:xfrm>
          <a:prstGeom prst="rect">
            <a:avLst/>
          </a:prstGeom>
          <a:solidFill>
            <a:srgbClr val="1F38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D474B8-C693-2EFB-43FE-2B3DBFA48BC3}"/>
              </a:ext>
            </a:extLst>
          </p:cNvPr>
          <p:cNvSpPr txBox="1">
            <a:spLocks/>
          </p:cNvSpPr>
          <p:nvPr/>
        </p:nvSpPr>
        <p:spPr>
          <a:xfrm>
            <a:off x="8408228" y="1463040"/>
            <a:ext cx="2740855" cy="39703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Lorem ipsum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Ut </a:t>
            </a:r>
            <a:r>
              <a:rPr lang="en-IN" dirty="0" err="1">
                <a:solidFill>
                  <a:schemeClr val="bg1"/>
                </a:solidFill>
              </a:rPr>
              <a:t>enim</a:t>
            </a:r>
            <a:r>
              <a:rPr lang="en-IN" dirty="0">
                <a:solidFill>
                  <a:schemeClr val="bg1"/>
                </a:solidFill>
              </a:rPr>
              <a:t> ad minim </a:t>
            </a:r>
            <a:r>
              <a:rPr lang="en-IN" dirty="0" err="1">
                <a:solidFill>
                  <a:schemeClr val="bg1"/>
                </a:solidFill>
              </a:rPr>
              <a:t>veniam</a:t>
            </a:r>
            <a:r>
              <a:rPr lang="en-IN" dirty="0">
                <a:solidFill>
                  <a:schemeClr val="bg1"/>
                </a:solidFill>
              </a:rPr>
              <a:t>, quis </a:t>
            </a:r>
            <a:r>
              <a:rPr lang="en-IN" dirty="0" err="1">
                <a:solidFill>
                  <a:schemeClr val="bg1"/>
                </a:solidFill>
              </a:rPr>
              <a:t>nostrud</a:t>
            </a:r>
            <a:r>
              <a:rPr lang="en-IN" dirty="0">
                <a:solidFill>
                  <a:schemeClr val="bg1"/>
                </a:solidFill>
              </a:rPr>
              <a:t> exercitation </a:t>
            </a:r>
            <a:r>
              <a:rPr lang="en-IN" dirty="0" err="1">
                <a:solidFill>
                  <a:schemeClr val="bg1"/>
                </a:solidFill>
              </a:rPr>
              <a:t>ullamco</a:t>
            </a:r>
            <a:endParaRPr lang="en-IN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laboris nisi ut aliquip ex ea commodo consequat.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Duis </a:t>
            </a:r>
            <a:r>
              <a:rPr lang="en-IN" dirty="0" err="1">
                <a:solidFill>
                  <a:schemeClr val="bg1"/>
                </a:solidFill>
              </a:rPr>
              <a:t>aute</a:t>
            </a:r>
            <a:r>
              <a:rPr lang="en-IN" dirty="0">
                <a:solidFill>
                  <a:schemeClr val="bg1"/>
                </a:solidFill>
              </a:rPr>
              <a:t> </a:t>
            </a:r>
            <a:r>
              <a:rPr lang="en-IN" dirty="0" err="1">
                <a:solidFill>
                  <a:schemeClr val="bg1"/>
                </a:solidFill>
              </a:rPr>
              <a:t>irure</a:t>
            </a:r>
            <a:r>
              <a:rPr lang="en-IN" dirty="0">
                <a:solidFill>
                  <a:schemeClr val="bg1"/>
                </a:solidFill>
              </a:rPr>
              <a:t> </a:t>
            </a:r>
            <a:r>
              <a:rPr lang="en-IN" dirty="0" err="1">
                <a:solidFill>
                  <a:schemeClr val="bg1"/>
                </a:solidFill>
              </a:rPr>
              <a:t>dolor</a:t>
            </a:r>
            <a:r>
              <a:rPr lang="en-IN" dirty="0">
                <a:solidFill>
                  <a:schemeClr val="bg1"/>
                </a:solidFill>
              </a:rPr>
              <a:t> in </a:t>
            </a:r>
            <a:r>
              <a:rPr lang="en-IN" dirty="0" err="1">
                <a:solidFill>
                  <a:schemeClr val="bg1"/>
                </a:solidFill>
              </a:rPr>
              <a:t>reprehenderit</a:t>
            </a:r>
            <a:r>
              <a:rPr lang="en-IN" dirty="0">
                <a:solidFill>
                  <a:schemeClr val="bg1"/>
                </a:solidFill>
              </a:rPr>
              <a:t> in </a:t>
            </a:r>
            <a:r>
              <a:rPr lang="en-IN" dirty="0" err="1">
                <a:solidFill>
                  <a:schemeClr val="bg1"/>
                </a:solidFill>
              </a:rPr>
              <a:t>voluptate</a:t>
            </a:r>
            <a:r>
              <a:rPr lang="en-IN" dirty="0">
                <a:solidFill>
                  <a:schemeClr val="bg1"/>
                </a:solidFill>
              </a:rPr>
              <a:t> </a:t>
            </a:r>
            <a:r>
              <a:rPr lang="en-IN" dirty="0" err="1">
                <a:solidFill>
                  <a:schemeClr val="bg1"/>
                </a:solidFill>
              </a:rPr>
              <a:t>velit</a:t>
            </a:r>
            <a:r>
              <a:rPr lang="en-IN" dirty="0">
                <a:solidFill>
                  <a:schemeClr val="bg1"/>
                </a:solidFill>
              </a:rPr>
              <a:t> esse </a:t>
            </a:r>
            <a:r>
              <a:rPr lang="en-IN" dirty="0" err="1">
                <a:solidFill>
                  <a:schemeClr val="bg1"/>
                </a:solidFill>
              </a:rPr>
              <a:t>cillum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124</Words>
  <Application>Microsoft Office PowerPoint</Application>
  <PresentationFormat>Widescreen</PresentationFormat>
  <Paragraphs>30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Trisha Fernandes</cp:lastModifiedBy>
  <cp:revision>6</cp:revision>
  <dcterms:created xsi:type="dcterms:W3CDTF">2026-07-11T06:11:55Z</dcterms:created>
  <dcterms:modified xsi:type="dcterms:W3CDTF">2026-07-11T15:18:25Z</dcterms:modified>
</cp:coreProperties>
</file>